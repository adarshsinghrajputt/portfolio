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_compressed/header_-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— Device as a Service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 ·  Built 0 to 1  ·  Swish Club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 ·  Product Manager, SwishX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DaaS and what was my role?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31920" cy="3337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Swish Club's DaaS lets corporate employees lease premium devices — phones, laptops — with zero upfront cost. The EMI comes straight out of salary before it's credited, and because it's structured as an HRA-linked deduction, users save on tax too. It's not a loan. No credit check. HR signs off, payroll handles the rest.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DaaS was live. Nobody knew it existed.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Ownership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3931920" cy="56692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2167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drop-off data, identified 3 root causes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32888"/>
            <a:ext cx="3931920" cy="56692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redesign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2825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6-step user flow end to 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91256"/>
            <a:ext cx="3931920" cy="56692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255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PRDs for home, PLP, PDP, request flow, KYC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849624"/>
            <a:ext cx="3931920" cy="56692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913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4142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CXO, aligned design + dev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507992"/>
            <a:ext cx="3931920" cy="56692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4572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4800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ClearTax enterprise go-live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was live. Users couldn't find it. And those who did, dropped off.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202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critical stages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44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KYC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abandoned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19202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444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entry points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confusing or invisible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19202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444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conversion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10% target</a:t>
            </a:r>
            <a:endParaRPr lang="en-US" sz="950" dirty="0"/>
          </a:p>
        </p:txBody>
      </p:sp>
      <p:pic>
        <p:nvPicPr>
          <p:cNvPr id="21" name="Image 0" descr="/home/claude/img_compressed/Entry_poin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578608"/>
            <a:ext cx="8138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one question: why are users not converting?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487168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happening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71600"/>
            <a:ext cx="2487168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2487168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73736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was one icon in a 10-item category row, mixed with shopping categories like Mobiles, Health, Laptops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69164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73736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entry point. No visual differentiation. No education about what DaaS even 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69164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173736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scrolled past it. DaaS was never in their mental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24871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3464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after clicking DaaS asked for PAN card number — before showing any product or 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2788920"/>
            <a:ext cx="24871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283464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 was placed at the wrong moment: before trust was established.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788920"/>
            <a:ext cx="24871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83464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users who found DaaS immediately dropped off at step 1.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9319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devices shown on the DaaS listing page. Just 1 was fully accessible to view in detail.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88620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9319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wasn't built out yet. UX made no attempt to manage this expectation.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3886200"/>
            <a:ext cx="2487168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39319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passed step 1 had nothing to browse — no reason to commit.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problem wasn't the product — it was where we placed friction in the journey.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Decision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couldn't remove verification. So we moved it.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81381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 Verification (PAN + Aadhaar) is legally mandatory — users lease devices without upfront payment, so HR and payroll must validate identity before deduction begins. We cannot skip this step.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PAN collection from Step 1 (entry) to the checkout stage — after the user has already selected a device and confirmed intent. In its place, ask users to select their tax slab upfront, which immediately unlocks personalised device pricing without any personal data being collected.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758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Home → DaaS icon (hidden in categories)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Step 1: Enter PAN number  ← Drop-off 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2: Verification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3342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3: See 4 devices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537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4: Request device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731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5: HR approval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36758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Home → DaaS section (dedicated, with education)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38953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1: Select tax slab → see personalised price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41148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2: Browse full catalogue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43342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3: Select device + request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45537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Step 4: HR approval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47731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Step 5: PAN + Aadhaar KYC at checkout  ← moved here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3337560"/>
            <a:ext cx="18288" cy="16916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flow — 6 stages, structured to build intent before asking for commitment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3106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59280" y="1325880"/>
            <a:ext cx="13106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928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5640" y="1325880"/>
            <a:ext cx="131064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564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13106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28360" y="1325880"/>
            <a:ext cx="13106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836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84720" y="1325880"/>
            <a:ext cx="13106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4720" y="132588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Commit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664208"/>
            <a:ext cx="131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(DaaS section)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5928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9585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Slab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221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(PLP)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Request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2836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493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Approval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84720" y="1664208"/>
            <a:ext cx="131064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1296" y="1664208"/>
            <a:ext cx="1246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Address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Checkout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2340864"/>
            <a:ext cx="80924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350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DaaS hero section, understands it's not a purchase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5928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500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10%, 20%, or 30% slab. Prices unlock instantly.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1564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136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Mobile / Combo / iPad. Filters by brand.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plan summary. Monthly EMI + savings shown.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2836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408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sent. HR gets notification. User tracks status on Home.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84720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0440" y="257860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PAN + Aadhaar. Picks delivery address. Confirms.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3346704"/>
            <a:ext cx="80924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355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DECISION / NOTE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3584448"/>
            <a:ext cx="13106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DaaS section added. Not buried in categories.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59280" y="3584448"/>
            <a:ext cx="13106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500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PM call: tax slab replaces PAN as first ask.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15640" y="3584448"/>
            <a:ext cx="13106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136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PLP types built: category, campaign, search.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584448"/>
            <a:ext cx="13106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shown first, not total price — reduces sticker shock.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28360" y="3584448"/>
            <a:ext cx="13106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7408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loop is async — user doesn't wait or get blocked.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84720" y="3584448"/>
            <a:ext cx="131064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0440" y="3584448"/>
            <a:ext cx="1228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moved here — user already committed. Dropout lower.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" y="4370832"/>
            <a:ext cx="80924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379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DROP-OFF POINT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2920" y="4608576"/>
            <a:ext cx="131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859280" y="4608576"/>
            <a:ext cx="13106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9585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here (PAN). Removed.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15640" y="4608576"/>
            <a:ext cx="131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5221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0" y="4608576"/>
            <a:ext cx="131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0857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28360" y="4608576"/>
            <a:ext cx="131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6493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284720" y="4608576"/>
            <a:ext cx="13106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21296" y="4608576"/>
            <a:ext cx="124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here. User committed.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Home Page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job: educate the user about DaaS before asking for anything.</a:t>
            </a:r>
            <a:endParaRPr lang="en-US" sz="1900" dirty="0"/>
          </a:p>
        </p:txBody>
      </p:sp>
      <p:pic>
        <p:nvPicPr>
          <p:cNvPr id="5" name="Image 0" descr="/home/claude/img_compressed/Screenshot_2026-06-23_at_5_14_55_P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98448"/>
            <a:ext cx="521208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335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gets its own section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6093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icon in a row. Dedicated hero with value prop visible before user scrolls.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2148840"/>
            <a:ext cx="31089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231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'Unlock Price' is the activation hook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5054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show XX,899 until tax slab is selected. Drives the one step we need users to take.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3044952"/>
            <a:ext cx="31089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Category-first, not brand-first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Combo / iPad — organised by use case. Easier to navigate, scalable to new categories.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941064"/>
            <a:ext cx="31089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naming does product work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4297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'Tax Optimised Deals' tells the user exactly why DaaS is different from regular shopping.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Device Request Flow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screens. Each built around a specific user anxiety.</a:t>
            </a:r>
            <a:endParaRPr lang="en-US" sz="1900" dirty="0"/>
          </a:p>
        </p:txBody>
      </p:sp>
      <p:pic>
        <p:nvPicPr>
          <p:cNvPr id="5" name="Image 0" descr="/home/claude/img_compressed/Screenshot_2026-06-23_at_5_23_32_P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80160"/>
            <a:ext cx="85953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60520"/>
            <a:ext cx="1618488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₹4,682/m first, not ₹98,894 total. Monthly frame reduces sticker shock.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29968" y="4160520"/>
            <a:ext cx="1618488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Summary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03120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before confirm. Savings ₹20K shown prominently — anchors the value.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39896" y="4160520"/>
            <a:ext cx="1618488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13048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13048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'Request sent' — minimal, no clutter. One CTA to track status. No dead end.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9824" y="4160520"/>
            <a:ext cx="1618488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22976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22976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shown on home screen passively. User doesn't need to chase.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59752" y="4160520"/>
            <a:ext cx="1618488" cy="749808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32904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232904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accept post HR approval. No re-entry, no repeat form.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Outcome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676656"/>
            <a:ext cx="813816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ClearTax — first enterprise to go live on DaaS</a:t>
            </a:r>
            <a:endParaRPr lang="en-US" sz="2200" dirty="0"/>
          </a:p>
        </p:txBody>
      </p:sp>
      <p:pic>
        <p:nvPicPr>
          <p:cNvPr id="5" name="Image 0" descr="/home/claude/img_compressed/Screenshot_2026-06-23_at_5_24_06_P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2697480" cy="2606040"/>
          </a:xfrm>
          <a:prstGeom prst="rect">
            <a:avLst/>
          </a:prstGeom>
        </p:spPr>
      </p:pic>
      <p:pic>
        <p:nvPicPr>
          <p:cNvPr id="6" name="Image 1" descr="/home/claude/img_compressed/Screenshot_2026-06-23_at_5_24_19_P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8688" y="1371600"/>
            <a:ext cx="2697480" cy="2606040"/>
          </a:xfrm>
          <a:prstGeom prst="rect">
            <a:avLst/>
          </a:prstGeom>
        </p:spPr>
      </p:pic>
      <p:pic>
        <p:nvPicPr>
          <p:cNvPr id="7" name="Image 2" descr="/home/claude/img_compressed/Screenshot_2026-06-23_at_5_24_33_P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71616" y="1371600"/>
            <a:ext cx="2697480" cy="2606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2920" y="4114800"/>
            <a:ext cx="813816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0175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02920" y="4407408"/>
            <a:ext cx="2468880" cy="1828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21792" y="4407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status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990088" y="4407408"/>
            <a:ext cx="5650992" cy="1828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108960" y="44074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live and functional end-to-end for the first time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02920" y="4590288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21792" y="4590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launched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990088" y="4590288"/>
            <a:ext cx="56509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08960" y="45902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ClearTax onboarded as first partner, devices delivered to employees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4773168"/>
            <a:ext cx="2468880" cy="1828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" y="4773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improved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990088" y="4773168"/>
            <a:ext cx="5650992" cy="1828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1089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moved to checkout; homepage redesigned with dedicated DaaS section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" y="4956048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input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990088" y="4956048"/>
            <a:ext cx="56509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1089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from first cohort fed directly into next roadmap cycle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_compressed/Screenshot_2026-06-23_at_5_24_48_P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274320"/>
            <a:ext cx="164592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— As a PM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 ·  0 → 1  ·  SwishX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813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DaaS buried in category icon row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Dedicated section on home with value prop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371600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56432" y="14813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56432" y="17830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PAN collected at step 1 → 62% abandon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56432" y="2286000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6432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Tax slab collected at step 1 → prices unlock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35624" y="1371600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2784" y="14813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72784" y="17830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4 devices, 1 viewable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72784" y="2286000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Full catalogue: Mobile, Combo, iPad, Laptop PLPs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090672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200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Post-request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502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No status visibility after submitting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4005072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Status shown on home screen passively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19272" y="3090672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56432" y="3200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56432" y="3502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KYC asked before user saw value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456432" y="4005072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56432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KYC at checkout — user is already committed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35624" y="3090672"/>
            <a:ext cx="269748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72784" y="3200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A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72784" y="3502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No enterprise live on DaaS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72784" y="4005072"/>
            <a:ext cx="2423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72784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ClearTax live. Devices delivered.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2026-06-23T12:26:54Z</dcterms:created>
  <dcterms:modified xsi:type="dcterms:W3CDTF">2026-06-23T12:26:54Z</dcterms:modified>
</cp:coreProperties>
</file>